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88228" autoAdjust="0"/>
  </p:normalViewPr>
  <p:slideViewPr>
    <p:cSldViewPr snapToGrid="0" snapToObjects="1">
      <p:cViewPr varScale="1">
        <p:scale>
          <a:sx n="78" d="100"/>
          <a:sy n="78" d="100"/>
        </p:scale>
        <p:origin x="137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Checklist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Project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Anurag Kumar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Number: 12500607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Section: 224BV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INT219 &amp; INT222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Lovely Professional University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7E476-D79F-AB94-87A4-8D429A8B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600200"/>
            <a:ext cx="2889504" cy="4320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Teams struggle to manage tasks using spreadsheets.</a:t>
            </a:r>
          </a:p>
          <a:p>
            <a:r>
              <a:rPr dirty="0"/>
              <a:t>Need system for checklist, assignment, tracking, deadlines &amp; notifications.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59AF8-61DC-1038-E424-60520177F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3504" y="3739895"/>
            <a:ext cx="8083296" cy="2843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91640"/>
          </a:xfrm>
        </p:spPr>
        <p:txBody>
          <a:bodyPr>
            <a:normAutofit lnSpcReduction="10000"/>
          </a:bodyPr>
          <a:lstStyle/>
          <a:p>
            <a:r>
              <a:rPr dirty="0"/>
              <a:t>Full-stack MERN application</a:t>
            </a:r>
          </a:p>
          <a:p>
            <a:r>
              <a:rPr dirty="0"/>
              <a:t>Manages tasks &amp; checklists</a:t>
            </a:r>
          </a:p>
          <a:p>
            <a:r>
              <a:rPr dirty="0"/>
              <a:t>Improves team collaboration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9379F-3AD2-559E-6931-1F173C5C6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00400"/>
            <a:ext cx="789127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698955" cy="4525963"/>
          </a:xfrm>
        </p:spPr>
        <p:txBody>
          <a:bodyPr>
            <a:normAutofit lnSpcReduction="10000"/>
          </a:bodyPr>
          <a:lstStyle/>
          <a:p>
            <a:r>
              <a:rPr dirty="0"/>
              <a:t>Frontend: React, Tailwind</a:t>
            </a:r>
          </a:p>
          <a:p>
            <a:r>
              <a:rPr dirty="0"/>
              <a:t>Backend: Node, Express</a:t>
            </a:r>
          </a:p>
          <a:p>
            <a:r>
              <a:rPr dirty="0"/>
              <a:t>Database: MongoDB Atlas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A9B55-EF16-C40A-517E-183D1DDD5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310" y="1346034"/>
            <a:ext cx="5763394" cy="52373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Frontend → Express API → Node Server → MongoDB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64141-966A-099E-A4A9-1100EB04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96156"/>
            <a:ext cx="8138160" cy="3596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Checklist creation</a:t>
            </a:r>
          </a:p>
          <a:p>
            <a:r>
              <a:rPr dirty="0"/>
              <a:t>Task assignment</a:t>
            </a:r>
          </a:p>
          <a:p>
            <a:r>
              <a:rPr dirty="0"/>
              <a:t>Status tracking</a:t>
            </a:r>
          </a:p>
          <a:p>
            <a:r>
              <a:rPr dirty="0"/>
              <a:t>Deadlines</a:t>
            </a:r>
          </a:p>
          <a:p>
            <a:r>
              <a:rPr dirty="0"/>
              <a:t>Notifications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2C0D2-E9A4-73D6-4640-A465C1C7F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" y="4551412"/>
            <a:ext cx="3478530" cy="3261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CA7A9-207A-1228-6D85-0556F135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871" y="1307909"/>
            <a:ext cx="5149977" cy="4930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013587" cy="1143000"/>
          </a:xfrm>
        </p:spPr>
        <p:txBody>
          <a:bodyPr>
            <a:normAutofit fontScale="90000"/>
          </a:bodyPr>
          <a:lstStyle/>
          <a:p>
            <a:r>
              <a:rPr dirty="0"/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87" y="2300747"/>
            <a:ext cx="2792362" cy="3825415"/>
          </a:xfrm>
        </p:spPr>
        <p:txBody>
          <a:bodyPr>
            <a:normAutofit/>
          </a:bodyPr>
          <a:lstStyle/>
          <a:p>
            <a:r>
              <a:rPr dirty="0"/>
              <a:t>React Components</a:t>
            </a:r>
          </a:p>
          <a:p>
            <a:r>
              <a:rPr dirty="0"/>
              <a:t>Redux State Management</a:t>
            </a:r>
          </a:p>
          <a:p>
            <a:r>
              <a:rPr dirty="0"/>
              <a:t>Responsive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4667A-62AC-4A18-1B20-23E7CC8B9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46" y="0"/>
            <a:ext cx="537235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Backend Architecture</a:t>
            </a:r>
            <a:r>
              <a:rPr lang="en-IN" dirty="0"/>
              <a:t> &amp; </a:t>
            </a:r>
            <a:r>
              <a:rPr lang="en-US" dirty="0"/>
              <a:t>API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799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Controllers</a:t>
            </a:r>
          </a:p>
          <a:p>
            <a:r>
              <a:rPr dirty="0"/>
              <a:t>Models</a:t>
            </a:r>
          </a:p>
          <a:p>
            <a:r>
              <a:rPr dirty="0"/>
              <a:t>Routes</a:t>
            </a:r>
          </a:p>
          <a:p>
            <a:r>
              <a:rPr dirty="0"/>
              <a:t>Middleware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E5525-5574-8C9C-8B25-835EA8D7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70089"/>
            <a:ext cx="8311896" cy="3226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48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Design &amp; Data Handling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" y="1600200"/>
            <a:ext cx="2779776" cy="4882895"/>
          </a:xfrm>
        </p:spPr>
        <p:txBody>
          <a:bodyPr>
            <a:normAutofit/>
          </a:bodyPr>
          <a:lstStyle/>
          <a:p>
            <a:r>
              <a:rPr dirty="0"/>
              <a:t>Users</a:t>
            </a:r>
          </a:p>
          <a:p>
            <a:r>
              <a:rPr dirty="0"/>
              <a:t>Tasks</a:t>
            </a:r>
          </a:p>
          <a:p>
            <a:r>
              <a:rPr dirty="0"/>
              <a:t>Checklists</a:t>
            </a:r>
          </a:p>
          <a:p>
            <a:r>
              <a:rPr dirty="0"/>
              <a:t>Notifications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BDC22-F205-D510-8D58-DD5BA6554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082357"/>
            <a:ext cx="6281928" cy="5665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9728"/>
            <a:ext cx="8229600" cy="475488"/>
          </a:xfrm>
        </p:spPr>
        <p:txBody>
          <a:bodyPr>
            <a:normAutofit fontScale="90000"/>
          </a:bodyPr>
          <a:lstStyle/>
          <a:p>
            <a:r>
              <a:rPr dirty="0"/>
              <a:t>Authentication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872" y="1600200"/>
            <a:ext cx="2234171" cy="4525963"/>
          </a:xfrm>
        </p:spPr>
        <p:txBody>
          <a:bodyPr>
            <a:normAutofit/>
          </a:bodyPr>
          <a:lstStyle/>
          <a:p>
            <a:r>
              <a:rPr dirty="0"/>
              <a:t>JWT Authentication</a:t>
            </a:r>
          </a:p>
          <a:p>
            <a:r>
              <a:rPr dirty="0" err="1"/>
              <a:t>Bcrypt</a:t>
            </a:r>
            <a:r>
              <a:rPr dirty="0"/>
              <a:t> Password Hashing</a:t>
            </a:r>
          </a:p>
          <a:p>
            <a:r>
              <a:rPr dirty="0"/>
              <a:t>Protected Routes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1C91A-BAB6-479E-983E-45743D8F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9" y="722376"/>
            <a:ext cx="6583680" cy="60258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&amp; Live Deployment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91856" cy="1746504"/>
          </a:xfrm>
        </p:spPr>
        <p:txBody>
          <a:bodyPr>
            <a:normAutofit lnSpcReduction="10000"/>
          </a:bodyPr>
          <a:lstStyle/>
          <a:p>
            <a:r>
              <a:rPr dirty="0"/>
              <a:t>Frontend: </a:t>
            </a:r>
            <a:r>
              <a:rPr dirty="0" err="1"/>
              <a:t>Vercel</a:t>
            </a:r>
            <a:endParaRPr dirty="0"/>
          </a:p>
          <a:p>
            <a:r>
              <a:rPr dirty="0"/>
              <a:t>Backend: Render</a:t>
            </a:r>
          </a:p>
          <a:p>
            <a:r>
              <a:rPr dirty="0"/>
              <a:t>Database: MongoDB Atlas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2E698B-7E83-0E81-0A93-7736B6223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3593276"/>
            <a:ext cx="8686800" cy="30540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417639"/>
            <a:ext cx="2258568" cy="225825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Login</a:t>
            </a:r>
          </a:p>
          <a:p>
            <a:r>
              <a:rPr dirty="0"/>
              <a:t>Dashboard</a:t>
            </a:r>
          </a:p>
          <a:p>
            <a:r>
              <a:rPr dirty="0"/>
              <a:t>Create Tasks</a:t>
            </a:r>
          </a:p>
          <a:p>
            <a:r>
              <a:rPr dirty="0"/>
              <a:t>Assign Tasks</a:t>
            </a:r>
          </a:p>
          <a:p>
            <a:r>
              <a:rPr dirty="0"/>
              <a:t>Track Progress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B0880-5743-7BA1-4C20-D03F1D155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2" y="1417638"/>
            <a:ext cx="2788918" cy="16388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F7481F-6F47-3D2D-0FFB-3A874044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2" y="3059997"/>
            <a:ext cx="2788918" cy="1638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F61EE1-F878-07BE-1C7D-21CC6F314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2" y="4698838"/>
            <a:ext cx="2788918" cy="20845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AC1157-0E35-CEDF-288B-CD738470A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030" y="1427031"/>
            <a:ext cx="3439656" cy="16388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BD93AD-484A-8DC5-BD5E-7F0E349A1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9030" y="4756018"/>
            <a:ext cx="3439656" cy="20273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558264-0306-6FC1-B6DA-F2BBE8B27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9030" y="3094186"/>
            <a:ext cx="3439656" cy="16618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9077A4-EFB9-F6D2-1D76-B343A3C924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75889"/>
            <a:ext cx="2788918" cy="31074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0659-141F-CE51-B6B1-48D20FA7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90A5-06F0-146F-DDEF-74767AA9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0880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Frontend Link: https://teamchecklist-management-system.vercel.app/</a:t>
            </a:r>
            <a:br>
              <a:rPr lang="en-IN" dirty="0"/>
            </a:br>
            <a:r>
              <a:rPr lang="en-IN" dirty="0"/>
              <a:t>Backend Link: https://teamchecklist-api.onrender.com/</a:t>
            </a:r>
            <a:br>
              <a:rPr lang="en-IN" dirty="0"/>
            </a:br>
            <a:r>
              <a:rPr lang="en-IN" dirty="0"/>
              <a:t>GitHub Link: https://github.com/anuragji111/teamchecklist-management-system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FBD73-A1FD-AF9F-1781-A4AD4550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9006"/>
            <a:ext cx="2998840" cy="3559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530F34-0D10-A11A-01B0-3D9E3DA06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840" y="3109006"/>
            <a:ext cx="3244646" cy="35599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AAFF2-AAED-83A4-5213-4C7657101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86" y="3109006"/>
            <a:ext cx="2900514" cy="355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88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Improves team productivity</a:t>
            </a:r>
          </a:p>
          <a:p>
            <a:r>
              <a:rPr dirty="0"/>
              <a:t>Centralized task management</a:t>
            </a:r>
          </a:p>
          <a:p>
            <a:r>
              <a:rPr dirty="0"/>
              <a:t>Scalable MERN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8D4ACC-14CD-525D-7D20-6644FEAFF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265" y="3289793"/>
            <a:ext cx="3785419" cy="35682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206</Words>
  <Application>Microsoft Office PowerPoint</Application>
  <PresentationFormat>On-screen Show (4:3)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Collaborative Checklist Management System</vt:lpstr>
      <vt:lpstr>Problem Statement</vt:lpstr>
      <vt:lpstr>Project Overview</vt:lpstr>
      <vt:lpstr>Technology Stack</vt:lpstr>
      <vt:lpstr>System Architecture</vt:lpstr>
      <vt:lpstr>Key Features</vt:lpstr>
      <vt:lpstr>Frontend Architecture</vt:lpstr>
      <vt:lpstr>Backend Architecture &amp; API Design</vt:lpstr>
      <vt:lpstr>Database Design &amp; Data Handling</vt:lpstr>
      <vt:lpstr>Authentication &amp; Security</vt:lpstr>
      <vt:lpstr>Hosting &amp; Live Deployment</vt:lpstr>
      <vt:lpstr>Project Demo</vt:lpstr>
      <vt:lpstr>Live Demo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Anand Kumar Jha</cp:lastModifiedBy>
  <cp:revision>19</cp:revision>
  <dcterms:created xsi:type="dcterms:W3CDTF">2013-01-27T09:14:16Z</dcterms:created>
  <dcterms:modified xsi:type="dcterms:W3CDTF">2026-04-13T17:54:37Z</dcterms:modified>
  <cp:category/>
</cp:coreProperties>
</file>